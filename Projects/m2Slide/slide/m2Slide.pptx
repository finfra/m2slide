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finfra.github.io/m2slide/m2Slide_visual_component" TargetMode="External" /><Relationship Id="rId3" Type="http://schemas.openxmlformats.org/officeDocument/2006/relationships/hyperlink" Target="https://github.com/Finfra/m2slide" TargetMode="External" /><Relationship Id="rId4" Type="http://schemas.openxmlformats.org/officeDocument/2006/relationships/hyperlink" Target="mailto:finfra@gmail.co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01-what.md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02-why.md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03-start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m2Slide 소개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마크다운 한 벌로 슬라이드·전자책·PDF·PPTX까지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May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마크다운 한 벌이면 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::: htmlart process * ✍️ 마크다운 - .md 한 벌 작성 * ⚙️ m2slide.sh - 명령 한 줄 * 🎁 4종 산출물 - HTML · EPUB - PDF · PPTX :::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번 쓰고, 네 가지로 낸다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산출물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옵션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용도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(기본)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Reveal.js 브라우저 발표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EPUB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--epub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전자책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--pdf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배포·인쇄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PPTX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latin typeface="Courier"/>
                        </a:rPr>
                        <a:t>--pptx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PowerPoint 호환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.md</a:t>
            </a:r>
            <a:r>
              <a:rPr/>
              <a:t> 하나가 모든 형식의 원본(SSOT)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도구와 씨름 끝, 콘텐츠에 집중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::: htmlart compare * </a:t>
            </a:r>
            <a:r>
              <a:rPr b="1"/>
              <a:t>기존 방식</a:t>
            </a:r>
            <a:r>
              <a:rPr/>
              <a:t> / 도구가 주인공 - 슬라이드·전자책·PDF 도구 따로따로 - 바이너리 포맷 — diff·리뷰 불가 - 디자인 맞추다 시간 소진 * </a:t>
            </a:r>
            <a:r>
              <a:rPr b="1"/>
              <a:t>m2Slide</a:t>
            </a:r>
            <a:r>
              <a:rPr/>
              <a:t> / 콘텐츠가 주인공 - 마크다운 하나로 전부 생성 - Git으로 버전 관리·협업 - theme 한 줄로 디자인 교체 :::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네 가지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::: htmlart radial * m2Slide * 단일 SSOT - .md 하나가 원본 * Git 친화 - diff·리뷰·협업 * 확장 자유 - theme·layout·컴포넌트 * 즉시 시작 - 마크다운만 알면 끝 :::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발표가 편해진다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Markmap 목차</a:t>
            </a:r>
            <a:r>
              <a:rPr/>
              <a:t> — 클릭 가능한 마인드맵 자동 생성</a:t>
            </a:r>
          </a:p>
          <a:p>
            <a:pPr lvl="0"/>
            <a:r>
              <a:rPr b="1"/>
              <a:t>계층 네비게이션</a:t>
            </a:r>
            <a:r>
              <a:rPr/>
              <a:t> — 챕터 간 이동 자동 연결</a:t>
            </a:r>
          </a:p>
          <a:p>
            <a:pPr lvl="0"/>
            <a:r>
              <a:rPr b="1"/>
              <a:t>단계별 등장</a:t>
            </a:r>
            <a:r>
              <a:rPr/>
              <a:t> — </a:t>
            </a:r>
            <a:r>
              <a:rPr>
                <a:latin typeface="Courier"/>
              </a:rPr>
              <a:t>{.fragment}</a:t>
            </a:r>
            <a:r>
              <a:rPr/>
              <a:t> 한 토큰이면 끝</a:t>
            </a:r>
          </a:p>
          <a:p>
            <a:pPr lvl="0"/>
            <a:r>
              <a:rPr b="1"/>
              <a:t>차트·수식·mermaid·3D</a:t>
            </a:r>
            <a:r>
              <a:rPr/>
              <a:t> — 펜스드 블록으로 바로 삽입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빌드 한 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./m2slide.sh m2Slide          </a:t>
            </a:r>
            <a:r>
              <a:rPr i="1">
                <a:solidFill>
                  <a:srgbClr val="60A0B0"/>
                </a:solidFill>
                <a:latin typeface="Courier"/>
              </a:rPr>
              <a:t># HTML 슬라이드</a:t>
            </a:r>
            <a:br/>
            <a:r>
              <a:rPr>
                <a:latin typeface="Courier"/>
              </a:rPr>
              <a:t>./m2slide.sh m2Slide </a:t>
            </a:r>
            <a:r>
              <a:rPr>
                <a:solidFill>
                  <a:srgbClr val="7D9029"/>
                </a:solidFill>
                <a:latin typeface="Courier"/>
              </a:rPr>
              <a:t>--epub</a:t>
            </a:r>
            <a:r>
              <a:rPr>
                <a:latin typeface="Courier"/>
              </a:rPr>
              <a:t>   </a:t>
            </a:r>
            <a:r>
              <a:rPr i="1">
                <a:solidFill>
                  <a:srgbClr val="60A0B0"/>
                </a:solidFill>
                <a:latin typeface="Courier"/>
              </a:rPr>
              <a:t># + 전자책</a:t>
            </a:r>
          </a:p>
          <a:p>
            <a:pPr lvl="0"/>
            <a:r>
              <a:rPr/>
              <a:t>마크다운만 알면 누구나 즉시 시작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더 깊이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자료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주소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시각화 요소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hlinkClick r:id="rId2"/>
                        </a:rPr>
                        <a:t>https://finfra.github.io/m2slide/m2Slide_visual_component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GitHub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hlinkClick r:id="rId3"/>
                        </a:rPr>
                        <a:t>https://github.com/Finfra/m2slide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문의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>
                          <a:hlinkClick r:id="rId4"/>
                        </a:rPr>
                        <a:t>mailto:finfra@gmail.com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Chapter Mode·내장 컴포넌트·저작 파이프라인은 </a:t>
            </a:r>
            <a:r>
              <a:rPr sz="2000" b="1"/>
              <a:t>m2slide Showcase</a:t>
            </a:r>
            <a:r>
              <a:rPr sz="2000"/>
              <a:t>에서 실습으로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1. m2Slide란?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2. 왜 m2Slide인가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3. 30초 시작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m2Slide 소개</dc:title>
  <dc:creator/>
  <cp:keywords/>
  <dc:description>m2Slide를 3분 안에 파악하는 임팩트 요약 소개</dc:description>
  <dcterms:created xsi:type="dcterms:W3CDTF">2026-07-29T07:25:30Z</dcterms:created>
  <dcterms:modified xsi:type="dcterms:W3CDTF">2026-07-29T07:25:30Z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_at">
    <vt:lpwstr>2026-05-10</vt:lpwstr>
  </property>
  <property fmtid="{D5CDD505-2E9C-101B-9397-08002B2CF9AE}" pid="3" name="created_by">
    <vt:lpwstr>nowage</vt:lpwstr>
  </property>
  <property fmtid="{D5CDD505-2E9C-101B-9397-08002B2CF9AE}" pid="4" name="date">
    <vt:lpwstr>May 10, 2026</vt:lpwstr>
  </property>
  <property fmtid="{D5CDD505-2E9C-101B-9397-08002B2CF9AE}" pid="5" name="instructor_contact">
    <vt:lpwstr>nowage@gmail.com</vt:lpwstr>
  </property>
  <property fmtid="{D5CDD505-2E9C-101B-9397-08002B2CF9AE}" pid="6" name="instructor_name">
    <vt:lpwstr>남중구 (핀프라)</vt:lpwstr>
  </property>
  <property fmtid="{D5CDD505-2E9C-101B-9397-08002B2CF9AE}" pid="7" name="release_date">
    <vt:lpwstr>2026-07-05</vt:lpwstr>
  </property>
  <property fmtid="{D5CDD505-2E9C-101B-9397-08002B2CF9AE}" pid="8" name="subtitle">
    <vt:lpwstr>마크다운 한 벌로 슬라이드·전자책·PDF·PPTX까지</vt:lpwstr>
  </property>
  <property fmtid="{D5CDD505-2E9C-101B-9397-08002B2CF9AE}" pid="9" name="tags">
    <vt:lpwstr/>
  </property>
  <property fmtid="{D5CDD505-2E9C-101B-9397-08002B2CF9AE}" pid="10" name="type">
    <vt:lpwstr>ppt</vt:lpwstr>
  </property>
  <property fmtid="{D5CDD505-2E9C-101B-9397-08002B2CF9AE}" pid="11" name="version">
    <vt:lpwstr>1.0.0</vt:lpwstr>
  </property>
</Properties>
</file>