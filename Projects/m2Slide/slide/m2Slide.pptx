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12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" Type="http://schemas.openxmlformats.org/officeDocument/2006/relationships/slideMaster" Target="slideMasters/slideMaster1.xml" /><Relationship Id="rId9" Type="http://schemas.openxmlformats.org/officeDocument/2006/relationships/printerSettings" Target="printerSettings/printerSettings1.bin" /><Relationship Id="rId10" Type="http://schemas.openxmlformats.org/officeDocument/2006/relationships/presProps" Target="presProps.xml" /><Relationship Id="rId11" Type="http://schemas.openxmlformats.org/officeDocument/2006/relationships/viewProps" Target="viewProps.xml" /><Relationship Id="rId12" Type="http://schemas.openxmlformats.org/officeDocument/2006/relationships/theme" Target="theme/theme1.xml" /><Relationship Id="rId13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 sz="2700" b="1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>
            <a:lvl1pPr>
              <a:defRPr b="1" sz="2700">
                <a:solidFill>
                  <a:srgbClr val="977A0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>
              <a:defRPr sz="95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finfra.github.io/m2slide/m2Slide_visual_component" TargetMode="External" /><Relationship Id="rId3" Type="http://schemas.openxmlformats.org/officeDocument/2006/relationships/hyperlink" Target="https://github.com/Finfra/m2slide" TargetMode="External" /><Relationship Id="rId4" Type="http://schemas.openxmlformats.org/officeDocument/2006/relationships/hyperlink" Target="mailto:finfra@gmail.co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마크다운 한 벌이면 끝</a:t>
            </a:r>
          </a:p>
          <a:p>
            <a:pPr lvl="0"/>
            <a:r>
              <a:rPr/>
              <a:t>✍️ 마크다운</a:t>
            </a:r>
          </a:p>
          <a:p>
            <a:pPr lvl="1"/>
            <a:r>
              <a:rPr/>
              <a:t>.md 한 벌 작성</a:t>
            </a:r>
          </a:p>
          <a:p>
            <a:pPr lvl="0"/>
            <a:r>
              <a:rPr/>
              <a:t>⚙️ m2slide.sh</a:t>
            </a:r>
          </a:p>
          <a:p>
            <a:pPr lvl="1"/>
            <a:r>
              <a:rPr/>
              <a:t>명령 한 줄</a:t>
            </a:r>
          </a:p>
          <a:p>
            <a:pPr lvl="0"/>
            <a:r>
              <a:rPr/>
              <a:t>🎁 4종 산출물</a:t>
            </a:r>
          </a:p>
          <a:p>
            <a:pPr lvl="1"/>
            <a:r>
              <a:rPr/>
              <a:t>HTML · EPUB</a:t>
            </a:r>
          </a:p>
          <a:p>
            <a:pPr lvl="1"/>
            <a:r>
              <a:rPr/>
              <a:t>PDF · PPTX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한 번 쓰고, 네 가지로 낸다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66700"/>
          <a:ext cx="5105400" cy="58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산출물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용도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(기본)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Reveal.js 브라우저 발표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EPUB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--epub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전자책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--pdf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배포·인쇄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PPTX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--pptx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PowerPoint 호환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.md</a:t>
            </a:r>
            <a:r>
              <a:rPr/>
              <a:t> 하나가 모든 형식의 원본(SSOT)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도구와 씨름 끝, 콘텐츠에 집중</a:t>
            </a:r>
          </a:p>
          <a:p>
            <a:pPr lvl="0"/>
            <a:r>
              <a:rPr b="1"/>
              <a:t>기존 방식</a:t>
            </a:r>
            <a:r>
              <a:rPr/>
              <a:t> / 도구가 주인공</a:t>
            </a:r>
          </a:p>
          <a:p>
            <a:pPr lvl="1"/>
            <a:r>
              <a:rPr/>
              <a:t>슬라이드·전자책·PDF 도구 따로따로</a:t>
            </a:r>
          </a:p>
          <a:p>
            <a:pPr lvl="1"/>
            <a:r>
              <a:rPr/>
              <a:t>바이너리 포맷 — diff·리뷰 불가</a:t>
            </a:r>
          </a:p>
          <a:p>
            <a:pPr lvl="1"/>
            <a:r>
              <a:rPr/>
              <a:t>디자인 맞추다 시간 소진</a:t>
            </a:r>
          </a:p>
          <a:p>
            <a:pPr lvl="0"/>
            <a:r>
              <a:rPr b="1"/>
              <a:t>m2Slide</a:t>
            </a:r>
            <a:r>
              <a:rPr/>
              <a:t> / 콘텐츠가 주인공</a:t>
            </a:r>
          </a:p>
          <a:p>
            <a:pPr lvl="1"/>
            <a:r>
              <a:rPr/>
              <a:t>마크다운 하나로 전부 생성</a:t>
            </a:r>
          </a:p>
          <a:p>
            <a:pPr lvl="1"/>
            <a:r>
              <a:rPr/>
              <a:t>Git으로 버전 관리·협업</a:t>
            </a:r>
          </a:p>
          <a:p>
            <a:pPr lvl="1"/>
            <a:r>
              <a:rPr/>
              <a:t>theme 한 줄로 디자인 교체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네 가지 이유</a:t>
            </a:r>
          </a:p>
          <a:p>
            <a:pPr lvl="0"/>
            <a:r>
              <a:rPr/>
              <a:t>m2Slide</a:t>
            </a:r>
          </a:p>
          <a:p>
            <a:pPr lvl="0"/>
            <a:r>
              <a:rPr/>
              <a:t>단일 SSOT</a:t>
            </a:r>
          </a:p>
          <a:p>
            <a:pPr lvl="1"/>
            <a:r>
              <a:rPr/>
              <a:t>.md 하나가 원본</a:t>
            </a:r>
          </a:p>
          <a:p>
            <a:pPr lvl="0"/>
            <a:r>
              <a:rPr/>
              <a:t>Git 친화</a:t>
            </a:r>
          </a:p>
          <a:p>
            <a:pPr lvl="1"/>
            <a:r>
              <a:rPr/>
              <a:t>diff·리뷰·협업</a:t>
            </a:r>
          </a:p>
          <a:p>
            <a:pPr lvl="0"/>
            <a:r>
              <a:rPr/>
              <a:t>확장 자유</a:t>
            </a:r>
          </a:p>
          <a:p>
            <a:pPr lvl="1"/>
            <a:r>
              <a:rPr/>
              <a:t>theme·layout·컴포넌트</a:t>
            </a:r>
          </a:p>
          <a:p>
            <a:pPr lvl="0"/>
            <a:r>
              <a:rPr/>
              <a:t>즉시 시작</a:t>
            </a:r>
          </a:p>
          <a:p>
            <a:pPr lvl="1"/>
            <a:r>
              <a:rPr/>
              <a:t>마크다운만 알면 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발표가 편해진다</a:t>
            </a:r>
          </a:p>
          <a:p>
            <a:pPr lvl="0"/>
            <a:r>
              <a:rPr b="1"/>
              <a:t>Markmap 목차</a:t>
            </a:r>
            <a:r>
              <a:rPr/>
              <a:t> — 클릭 가능한 마인드맵 자동 생성</a:t>
            </a:r>
          </a:p>
          <a:p>
            <a:pPr lvl="0"/>
            <a:r>
              <a:rPr b="1"/>
              <a:t>계층 네비게이션</a:t>
            </a:r>
            <a:r>
              <a:rPr/>
              <a:t> — 챕터 간 이동 자동 연결</a:t>
            </a:r>
          </a:p>
          <a:p>
            <a:pPr lvl="0"/>
            <a:r>
              <a:rPr b="1"/>
              <a:t>단계별 등장</a:t>
            </a:r>
            <a:r>
              <a:rPr/>
              <a:t> — </a:t>
            </a:r>
            <a:r>
              <a:rPr>
                <a:latin typeface="Courier"/>
              </a:rPr>
              <a:t>{.fragment}</a:t>
            </a:r>
            <a:r>
              <a:rPr/>
              <a:t> 한 토큰이면 끝</a:t>
            </a:r>
          </a:p>
          <a:p>
            <a:pPr lvl="0"/>
            <a:r>
              <a:rPr b="1"/>
              <a:t>차트·수식·mermaid·3D</a:t>
            </a:r>
            <a:r>
              <a:rPr/>
              <a:t> — 펜스드 블록으로 바로 삽입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빌드 한 줄</a:t>
            </a:r>
          </a:p>
          <a:p>
            <a:pPr lvl="0" indent="0">
              <a:buNone/>
            </a:pPr>
            <a:r>
              <a:rPr>
                <a:latin typeface="Courier"/>
              </a:rPr>
              <a:t>./m2slide.sh m2Slide          </a:t>
            </a:r>
            <a:r>
              <a:rPr i="1">
                <a:solidFill>
                  <a:srgbClr val="60A0B0"/>
                </a:solidFill>
                <a:latin typeface="Courier"/>
              </a:rPr>
              <a:t># HTML 슬라이드</a:t>
            </a:r>
            <a:br/>
            <a:r>
              <a:rPr>
                <a:latin typeface="Courier"/>
              </a:rPr>
              <a:t>./m2slide.sh m2Slide </a:t>
            </a:r>
            <a:r>
              <a:rPr>
                <a:solidFill>
                  <a:srgbClr val="7D9029"/>
                </a:solidFill>
                <a:latin typeface="Courier"/>
              </a:rPr>
              <a:t>--epub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# + 전자책</a:t>
            </a:r>
          </a:p>
          <a:p>
            <a:pPr lvl="0"/>
            <a:r>
              <a:rPr/>
              <a:t>마크다운만 알면 누구나 즉시 시작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더 깊이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66700"/>
          <a:ext cx="5105400" cy="58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4343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자료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시각화 요소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hlinkClick r:id="rId2"/>
                        </a:rPr>
                        <a:t>https://finfra.github.io/m2slide/m2Slide_visual_component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GitHub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hlinkClick r:id="rId3"/>
                        </a:rPr>
                        <a:t>https://github.com/Finfra/m2slide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문의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hlinkClick r:id="rId4"/>
                        </a:rPr>
                        <a:t>mailto:finfra@gmail.com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Chapter Mode·내장 컴포넌트·저작 파이프라인은 </a:t>
            </a:r>
            <a:r>
              <a:rPr sz="2000" b="1"/>
              <a:t>m2slide Showcase</a:t>
            </a:r>
            <a:r>
              <a:rPr sz="2000"/>
              <a:t>에서 실습으로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F5C518"/>
      </a:accent1>
      <a:accent2>
        <a:srgbClr val="FFE15A"/>
      </a:accent2>
      <a:accent3>
        <a:srgbClr val="C49D13"/>
      </a:accent3>
      <a:accent4>
        <a:srgbClr val="977A0E"/>
      </a:accent4>
      <a:accent5>
        <a:srgbClr val="977A0E"/>
      </a:accent5>
      <a:accent6>
        <a:srgbClr val="977A0E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2026-08-10T15:57:09Z</dcterms:created>
  <dcterms:modified xsi:type="dcterms:W3CDTF">2026-08-10T15:57:09Z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