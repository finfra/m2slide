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4.2 2세대: CLI 기반 코딩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CLI 기반 코딩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터미널(CLI)</a:t>
            </a:r>
            <a:r>
              <a:rPr/>
              <a:t>에서 AI와 대화하며 작업 - IDE 없이도 프로젝트 전체를 자동화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Claude Code</a:t>
            </a:r>
            <a:r>
              <a:rPr/>
              <a:t> - Anthropic 공식 CLI 도구 - 터미널에서 Claude와 직접 대화 - 프로젝트 전체 컨텍스트 이해 - 자동 파일 수정 및 명령 실행</a:t>
            </a:r>
          </a:p>
          <a:p>
            <a:pPr lvl="0" indent="0" marL="0">
              <a:buNone/>
            </a:pPr>
            <a:r>
              <a:rPr b="1"/>
              <a:t>Gemini CLI</a:t>
            </a:r>
            <a:r>
              <a:rPr/>
              <a:t> - Google Gemini 기반 - 빠른 응답 속도 - 클라우드 기반 실행 - DevOps 작업에 최적화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Aider</a:t>
            </a:r>
            <a:r>
              <a:rPr/>
              <a:t> - Git 친화적 AI 코딩 도구 - 터미널 기반 페어 프로그래밍 - 자동 커밋 메시지 생성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서버/클라우드 기반</a:t>
            </a:r>
            <a:r>
              <a:rPr/>
              <a:t> - 로컬 리소스 거의 사용 안 함 - 노트북 배터리 절약 - 원격 서버에서 작업 가능</a:t>
            </a:r>
          </a:p>
          <a:p>
            <a:pPr lvl="0" indent="0" marL="0">
              <a:buNone/>
            </a:pPr>
            <a:r>
              <a:rPr b="1"/>
              <a:t>무제한 병렬 처리</a:t>
            </a:r>
            <a:r>
              <a:rPr/>
              <a:t> - 여러 터미널에서 동시 작업 - 멀티 프로젝트 동시 관리 - 백그라운드 실행 가능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장점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스크립트 자동화</a:t>
            </a:r>
            <a:r>
              <a:rPr/>
              <a:t> - 쉘 스크립트와 결합 - CI/CD 파이프라인 통합 - DevOps 워크플로우 자동화</a:t>
            </a:r>
          </a:p>
          <a:p>
            <a:pPr lvl="0" indent="0" marL="0">
              <a:buNone/>
            </a:pPr>
            <a:r>
              <a:rPr b="1"/>
              <a:t>빠른 실행 속도</a:t>
            </a:r>
            <a:r>
              <a:rPr/>
              <a:t> - GUI 오버헤드 없음 - 텍스트 기반으로 빠른 응답 - 네트워크 대역폭 효율적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단점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학습 곡선</a:t>
            </a:r>
            <a:r>
              <a:rPr/>
              <a:t> - 터미널 명령어 숙지 필요 - GUI 없이 작업해야 함 - 코드 변경 사항 시각화 제한적</a:t>
            </a:r>
          </a:p>
          <a:p>
            <a:pPr lvl="0" indent="0" marL="0">
              <a:buNone/>
            </a:pPr>
            <a:r>
              <a:rPr b="1"/>
              <a:t>시각적 피드백 부족</a:t>
            </a:r>
            <a:r>
              <a:rPr/>
              <a:t> - diff 확인이 텍스트 기반 - 그래픽 UI 프리뷰 불가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단점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초기 설정</a:t>
            </a:r>
            <a:r>
              <a:rPr/>
              <a:t> - 환경 변수 설정 필요 - API 키 설정 필수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작동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Claude Code 예시</a:t>
            </a:r>
            <a:br/>
            <a:r>
              <a:rPr>
                <a:latin typeface="Courier"/>
              </a:rPr>
              <a:t>$ claude-code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프로젝트 분석해서 README.md 업데이트해줘</a:t>
            </a:r>
            <a:br/>
            <a:br/>
            <a:r>
              <a:rPr>
                <a:latin typeface="Courier"/>
              </a:rPr>
              <a:t>[Claude가 프로젝트 파일들을 읽고 분석]</a:t>
            </a:r>
            <a:br/>
            <a:r>
              <a:rPr>
                <a:latin typeface="Courier"/>
              </a:rPr>
              <a:t>[README.md 자동 수정]</a:t>
            </a:r>
            <a:br/>
            <a:r>
              <a:rPr>
                <a:latin typeface="Courier"/>
              </a:rPr>
              <a:t>[변경사항 표시]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테스트 코드도 작성해줘</a:t>
            </a:r>
            <a:br/>
            <a:br/>
            <a:r>
              <a:rPr>
                <a:latin typeface="Courier"/>
              </a:rPr>
              <a:t>[테스트 파일 자동 생성]</a:t>
            </a:r>
            <a:br/>
            <a:r>
              <a:rPr>
                <a:latin typeface="Courier"/>
              </a:rPr>
              <a:t>[npm test 실행하여 검증]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적합한 사용자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시니어 개발자</a:t>
            </a:r>
            <a:r>
              <a:rPr/>
              <a:t>: 터미널에 익숙한 사용자</a:t>
            </a:r>
          </a:p>
          <a:p>
            <a:pPr lvl="0"/>
            <a:r>
              <a:rPr b="1"/>
              <a:t>백엔드/DevOps 개발자</a:t>
            </a:r>
            <a:r>
              <a:rPr/>
              <a:t>: 서버 관리 및 자동화 작업</a:t>
            </a:r>
          </a:p>
          <a:p>
            <a:pPr lvl="0"/>
            <a:r>
              <a:rPr b="1"/>
              <a:t>멀티 프로젝트 관리</a:t>
            </a:r>
            <a:r>
              <a:rPr/>
              <a:t>: 여러 프로젝트를 동시에 진행</a:t>
            </a:r>
          </a:p>
          <a:p>
            <a:pPr lvl="0"/>
            <a:r>
              <a:rPr b="1"/>
              <a:t>리눅스 사용자</a:t>
            </a:r>
            <a:r>
              <a:rPr/>
              <a:t>: CLI 환경 선호</a:t>
            </a:r>
          </a:p>
          <a:p>
            <a:pPr lvl="0"/>
            <a:r>
              <a:rPr b="1"/>
              <a:t>원격 개발</a:t>
            </a:r>
            <a:r>
              <a:rPr/>
              <a:t>: SSH로 원격 서버 작업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워크플로우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Claude Code 예시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프로젝트 디렉토리에서</a:t>
            </a:r>
            <a:br/>
            <a:r>
              <a:rPr>
                <a:latin typeface="Courier"/>
              </a:rPr>
              <a:t>$ claude-code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AWS Lambda 함수로 이미지 리사이징 서비스 만들어줘.</a:t>
            </a:r>
            <a:br/>
            <a:r>
              <a:rPr>
                <a:latin typeface="Courier"/>
              </a:rPr>
              <a:t>  S3에서 이미지 받아서 처리하고 다시 S3에 저장.</a:t>
            </a:r>
            <a:br/>
            <a:br/>
            <a:r>
              <a:rPr>
                <a:latin typeface="Courier"/>
              </a:rPr>
              <a:t>[Claude가 작업 시작]</a:t>
            </a:r>
            <a:br/>
            <a:r>
              <a:rPr>
                <a:latin typeface="Courier"/>
              </a:rPr>
              <a:t>✓ lambda_function.py 생성</a:t>
            </a:r>
            <a:br/>
            <a:r>
              <a:rPr>
                <a:latin typeface="Courier"/>
              </a:rPr>
              <a:t>✓ requirements.txt 생성</a:t>
            </a:r>
            <a:br/>
            <a:r>
              <a:rPr>
                <a:latin typeface="Courier"/>
              </a:rPr>
              <a:t>✓ 환경변수 설정 확인</a:t>
            </a:r>
            <a:br/>
            <a:r>
              <a:rPr>
                <a:latin typeface="Courier"/>
              </a:rPr>
              <a:t>✓ SAM template 생성</a:t>
            </a:r>
            <a:br/>
            <a:r>
              <a:rPr>
                <a:latin typeface="Courier"/>
              </a:rPr>
              <a:t>✓ README.md 업데이트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워크플로우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로컬에서 테스트해줘</a:t>
            </a:r>
            <a:br/>
            <a:br/>
            <a:r>
              <a:rPr>
                <a:latin typeface="Courier"/>
              </a:rPr>
              <a:t>[sam local invoke 실행]</a:t>
            </a:r>
            <a:br/>
            <a:r>
              <a:rPr>
                <a:latin typeface="Courier"/>
              </a:rPr>
              <a:t>[테스트 결과 확인]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문제없으면 배포해줘</a:t>
            </a:r>
            <a:br/>
            <a:br/>
            <a:r>
              <a:rPr>
                <a:latin typeface="Courier"/>
              </a:rPr>
              <a:t>[sam deploy 실행]</a:t>
            </a:r>
            <a:br/>
            <a:r>
              <a:rPr>
                <a:latin typeface="Courier"/>
              </a:rPr>
              <a:t>[배포 완료]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