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2.2 전환점: IDE 통합의 시작 (2023-2024)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IDE 통합의 시작 (2023-2024)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개발 환경과의 융합</a:t>
            </a:r>
            <a:r>
              <a:rPr/>
              <a:t> - IDE에 AI를 직접 통합하는 시도</a:t>
            </a:r>
          </a:p>
          <a:p>
            <a:pPr lvl="0" indent="0" marL="0">
              <a:buNone/>
            </a:pPr>
            <a:r>
              <a:rPr b="1"/>
              <a:t>대표 툴</a:t>
            </a:r>
          </a:p>
          <a:p>
            <a:pPr lvl="0" indent="0" marL="0">
              <a:buNone/>
            </a:pPr>
            <a:r>
              <a:rPr b="1"/>
              <a:t>GitHub Copilot</a:t>
            </a:r>
            <a:r>
              <a:rPr/>
              <a:t> (2023년 초) - Microsoft와 OpenAI 협력 - VSCode, JetBrains IDE 지원 - 인라인 코드 자동완성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대표 툴 (계속)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Cursor</a:t>
            </a:r>
            <a:r>
              <a:rPr/>
              <a:t> (2023년 중반) - VSCode 포크 기반 AI 네이티브 IDE - GPT-4 기반 코드 생성 - 프로젝트 전체 컨텍스트 이해</a:t>
            </a:r>
          </a:p>
          <a:p>
            <a:pPr lvl="0" indent="0" marL="0">
              <a:buNone/>
            </a:pPr>
            <a:r>
              <a:rPr b="1"/>
              <a:t>Cline</a:t>
            </a:r>
            <a:r>
              <a:rPr/>
              <a:t> (2023년 후반) - VSCode 확장 형태 - 다양한 LLM 모델 선택 가능 - 채팅 기반 코드 수정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핵심 특징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IDE 네이티브 통합</a:t>
            </a:r>
            <a:r>
              <a:rPr/>
              <a:t> - 코드 에디터 내에서 직접 AI 활용 - 실시간 코드 제안 및 자동완성 - 파일 탐색기와 연동</a:t>
            </a:r>
          </a:p>
          <a:p>
            <a:pPr lvl="0" indent="0" marL="0">
              <a:buNone/>
            </a:pPr>
            <a:r>
              <a:rPr b="1"/>
              <a:t>프로젝트 컨텍스트 인식</a:t>
            </a:r>
            <a:r>
              <a:rPr/>
              <a:t> - 현재 작업 중인 파일 내용 이해 - 프로젝트 구조 파악 (제한적) - 관련 파일 참조 가능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개선점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0세대 (채팅)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1세대 (IDE)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작업 환경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브라우저 ↔ IDE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 통합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컨텍스트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대화 내용만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프로젝트 파일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워크플로우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복사-붙여넣기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직접 편집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생산성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낮음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중간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1세대: 한계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여전한 제약</a:t>
            </a:r>
            <a:r>
              <a:rPr/>
              <a:t> - 단일 파일 중심 작업 (멀티파일 제한적) - 수동 개입 필요 (파일 생성/삭제) - 로컬 리소스 의존 (메모리 사용 증가)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