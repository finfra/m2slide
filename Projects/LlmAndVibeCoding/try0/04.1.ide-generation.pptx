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4.1 1세대: IDE 기반 코딩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IDE 기반 코딩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IDE(통합 개발 환경) 내부</a:t>
            </a:r>
            <a:r>
              <a:rPr/>
              <a:t>에서 AI와 협업 - 친숙한 GUI 환경에서 시각적으로 AI와 상호작용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대표 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Cursor</a:t>
            </a:r>
            <a:r>
              <a:rPr/>
              <a:t> - VSCode 포크 기반 AI 네이티브 IDE - GPT-4 기반 코드 생성 및 편집 - Composer 모드로 멀티파일 작업</a:t>
            </a:r>
          </a:p>
          <a:p>
            <a:pPr lvl="0" indent="0" marL="0">
              <a:buNone/>
            </a:pPr>
            <a:r>
              <a:rPr b="1"/>
              <a:t>Cline (구 Claude Dev)</a:t>
            </a:r>
            <a:r>
              <a:rPr/>
              <a:t> - VSCode 확장 프로그램 - 다양한 LLM 모델 선택 가능 - 채팅 인터페이스 기반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대표 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Windsurf</a:t>
            </a:r>
            <a:r>
              <a:rPr/>
              <a:t> - Codeium 개발 - Cascade 모드로 자율 작업 - 컨텍스트 인식 코드 생성</a:t>
            </a:r>
          </a:p>
          <a:p>
            <a:pPr lvl="0" indent="0" marL="0">
              <a:buNone/>
            </a:pPr>
            <a:r>
              <a:rPr b="1"/>
              <a:t>Continue</a:t>
            </a:r>
            <a:r>
              <a:rPr/>
              <a:t> - VSCode/JetBrains 확장 - 로컬 모델 연동 가능 - 실시간 코드 편집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장점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직관적인 GUI</a:t>
            </a:r>
            <a:r>
              <a:rPr/>
              <a:t> - 시각적 인터페이스로 진입 장벽 낮음 - 마우스 클릭으로 쉽게 작업 - 코드 변경 사항을 diff 모드로 확인</a:t>
            </a:r>
          </a:p>
          <a:p>
            <a:pPr lvl="0" indent="0" marL="0">
              <a:buNone/>
            </a:pPr>
            <a:r>
              <a:rPr b="1"/>
              <a:t>IDE 기능 활용</a:t>
            </a:r>
            <a:r>
              <a:rPr/>
              <a:t> - 디버거, 터미널, Git 통합 - 익숙한 단축키 사용 - 파일 탐색기 활용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장점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실시간 피드백</a:t>
            </a:r>
            <a:r>
              <a:rPr/>
              <a:t> - 코드 작성 중 즉시 제안 - 인라인 자동완성 - 오류 즉시 확인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단점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로컬 리소스 의존</a:t>
            </a:r>
            <a:r>
              <a:rPr/>
              <a:t> - IDE 실행으로 메모리 8GB+ 필요 - CPU 사용량 높음 - 배터리 소모 증가</a:t>
            </a:r>
          </a:p>
          <a:p>
            <a:pPr lvl="0" indent="0" marL="0">
              <a:buNone/>
            </a:pPr>
            <a:r>
              <a:rPr b="1"/>
              <a:t>단일 프로젝트 제한</a:t>
            </a:r>
            <a:r>
              <a:rPr/>
              <a:t> - 한 번에 하나의 프로젝트만 집중 - 멀티 프로젝트 작업 시 IDE 여러 개 실행 필요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단점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GUI 오버헤드</a:t>
            </a:r>
            <a:r>
              <a:rPr/>
              <a:t> - 그래픽 렌더링으로 인한 성능 저하 - 원격 서버 작업 시 불편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작동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1. IDE 실행
   ↓
2. AI 확장/기능 활성화
   ↓
3. 채팅 패널에서 요청
   ↓
4. AI가 코드 생성/수정
   ↓
5. diff 모드로 확인
   ↓
6. 승인 또는 거부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적합한 사용자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초보 개발자</a:t>
            </a:r>
            <a:r>
              <a:rPr/>
              <a:t>: GUI 환경이 익숙한 사용자</a:t>
            </a:r>
          </a:p>
          <a:p>
            <a:pPr lvl="0"/>
            <a:r>
              <a:rPr b="1"/>
              <a:t>프론트엔드 개발자</a:t>
            </a:r>
            <a:r>
              <a:rPr/>
              <a:t>: 시각적 피드백이 중요한 작업</a:t>
            </a:r>
          </a:p>
          <a:p>
            <a:pPr lvl="0"/>
            <a:r>
              <a:rPr b="1"/>
              <a:t>단일 프로젝트 집중</a:t>
            </a:r>
            <a:r>
              <a:rPr/>
              <a:t>: 하나의 프로젝트에 깊이 파고드는 경우</a:t>
            </a:r>
          </a:p>
          <a:p>
            <a:pPr lvl="0"/>
            <a:r>
              <a:rPr b="1"/>
              <a:t>윈도우/맥 사용자</a:t>
            </a:r>
            <a:r>
              <a:rPr/>
              <a:t>: 로컬 환경 개발 선호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대표 워크플로우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Cursor Composer 예시</a:t>
            </a:r>
          </a:p>
          <a:p>
            <a:pPr lvl="0" indent="0">
              <a:buNone/>
            </a:pPr>
            <a:r>
              <a:rPr>
                <a:latin typeface="Courier"/>
              </a:rPr>
              <a:t>1. Cmd+K (macOS) / Ctrl+K (Windows) 단축키
2. "사용자 프로필 페이지 만들어줘" 입력
3. AI가 필요한 파일들을 자동으로 생성/수정
   - UserProfile.tsx
   - UserProfile.css
   - types/User.ts
4. 각 파일의 변경사항을 diff로 확인
5. Accept All 또는 개별 승인
6. 실행 및 테스트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