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2.1 초기: 채팅 기반 시대 (2022-2023)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0세대: 채팅 기반 시대 (2022-2023)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2022년 11월 ChatGPT 출시</a:t>
            </a:r>
            <a:r>
              <a:rPr/>
              <a:t> - 개발자들이 AI와 상호작용하는 방식의 근본적 변화</a:t>
            </a:r>
          </a:p>
          <a:p>
            <a:pPr lvl="0" indent="0" marL="0">
              <a:buNone/>
            </a:pPr>
            <a:r>
              <a:rPr b="1"/>
              <a:t>대표 툴</a:t>
            </a:r>
            <a:r>
              <a:rPr/>
              <a:t> - ChatGPT (OpenAI) - Bard (Google) - Claude (Anthropic)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0세대: 작동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워크플로우</a:t>
            </a:r>
          </a:p>
          <a:p>
            <a:pPr lvl="0" indent="0">
              <a:buNone/>
            </a:pPr>
            <a:r>
              <a:rPr>
                <a:latin typeface="Courier"/>
              </a:rPr>
              <a:t>1. 개발자 → 자연어로 질문
2. LLM → 코드 스니펫 생성
3. 개발자 → 복사하여 IDE에 붙여넣기
4. 수정 필요 → 다시 채팅으로 질문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0세대: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장점</a:t>
            </a:r>
            <a:r>
              <a:rPr/>
              <a:t> - 순수 대화형 인터페이스 - 웹 브라우저 기반으로 접근 용이</a:t>
            </a:r>
          </a:p>
          <a:p>
            <a:pPr lvl="0" indent="0" marL="0">
              <a:buNone/>
            </a:pPr>
            <a:r>
              <a:rPr b="1"/>
              <a:t>한계</a:t>
            </a:r>
            <a:r>
              <a:rPr/>
              <a:t> - 프로젝트 컨텍스트 단절 - 복사-붙여넣기 반복 작업 - 파일 간 의존성 파악 불가 - 멀티파일 작업 불가능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0세대: 의미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AI가 코드를 작성할 수 있다는 개념을 대중화시킨 </a:t>
            </a:r>
            <a:r>
              <a:rPr sz="2000" b="1"/>
              <a:t>혁명적 시작점</a:t>
            </a:r>
          </a:p>
          <a:p>
            <a:pPr lvl="0"/>
            <a:r>
              <a:rPr/>
              <a:t>코드 조각 중심의 도움</a:t>
            </a:r>
          </a:p>
          <a:p>
            <a:pPr lvl="0"/>
            <a:r>
              <a:rPr/>
              <a:t>학습 도구로서의 가치</a:t>
            </a:r>
          </a:p>
          <a:p>
            <a:pPr lvl="0"/>
            <a:r>
              <a:rPr/>
              <a:t>다음 세대를 위한 토대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