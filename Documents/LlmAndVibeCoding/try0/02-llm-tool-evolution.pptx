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LLM 코딩 툴의 진화 과정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진화 타임라인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2022-2023        2023-2024           2024-현재
채팅 기반    →    IDE 통합      →    CLI 기반
(0세대)          (1세대)            (2세대)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진화의 핵심 동인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기술적 발전</a:t>
            </a:r>
          </a:p>
          <a:p>
            <a:pPr lvl="0" indent="0" marL="0">
              <a:buNone/>
            </a:pPr>
            <a:r>
              <a:rPr b="1"/>
              <a:t>LLM 성능 향상</a:t>
            </a:r>
            <a:r>
              <a:rPr/>
              <a:t> - GPT-3.5 → GPT-4 → Claude 3.5 Sonnet - 코드 이해 및 생성 능력 비약적 향상</a:t>
            </a:r>
          </a:p>
          <a:p>
            <a:pPr lvl="0" indent="0" marL="0">
              <a:buNone/>
            </a:pPr>
            <a:r>
              <a:rPr b="1"/>
              <a:t>컨텍스트 윈도우 확대</a:t>
            </a:r>
            <a:r>
              <a:rPr/>
              <a:t> - 4K 토큰 → 32K → 200K 토큰 - 전체 코드베이스를 한 번에 이해 가능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진화의 핵심 동인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도구 사용 능력 (Function Calling)</a:t>
            </a:r>
            <a:r>
              <a:rPr/>
              <a:t> - AI가 직접 API 호출 - 파일 시스템 조작 - 명령어 실행</a:t>
            </a:r>
          </a:p>
          <a:p>
            <a:pPr lvl="0" indent="0" marL="0">
              <a:buNone/>
            </a:pPr>
            <a:r>
              <a:rPr b="1"/>
              <a:t>사용자 니즈 변화</a:t>
            </a:r>
            <a:r>
              <a:rPr/>
              <a:t> - 더 빠른 개발 속도 요구 - 더 적은 반복 작업 원함 - 더 높은 코드 품질 기대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세대별 비교 요약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0세대(채팅)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1세대(IDE)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2세대(CLI)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시기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2022-2023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2023-2024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2024-현재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환경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웹 브라우저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CLI/서버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컨텍스트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대화 내용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현재 파일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전체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작업 범위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조각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단일 파일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자동화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부분적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전면적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생산성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높음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미래 전망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다음 진화 단계</a:t>
            </a:r>
          </a:p>
          <a:p>
            <a:pPr lvl="0"/>
            <a:r>
              <a:rPr b="1"/>
              <a:t>완전 자율 개발</a:t>
            </a:r>
            <a:r>
              <a:rPr/>
              <a:t>: 요구사항만으로 전체 애플리케이션 생성</a:t>
            </a:r>
          </a:p>
          <a:p>
            <a:pPr lvl="0"/>
            <a:r>
              <a:rPr b="1"/>
              <a:t>팀 협업 에이전트</a:t>
            </a:r>
            <a:r>
              <a:rPr/>
              <a:t>: 여러 AI 에이전트가 역할 분담하여 협업</a:t>
            </a:r>
          </a:p>
          <a:p>
            <a:pPr lvl="0"/>
            <a:r>
              <a:rPr b="1"/>
              <a:t>지속적 학습</a:t>
            </a:r>
            <a:r>
              <a:rPr/>
              <a:t>: 프로젝트별 코딩 스타일 학습 및 적응</a:t>
            </a:r>
          </a:p>
          <a:p>
            <a:pPr lvl="0"/>
            <a:r>
              <a:rPr b="1"/>
              <a:t>실시간 코드 리뷰</a:t>
            </a:r>
            <a:r>
              <a:rPr/>
              <a:t>: AI가 실시간으로 코드 품질 검증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개발자 역할의 변화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기술의 진화와 함께 개발자의 역할도 진화: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새로운 역할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작성자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시스템 설계자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구현 전문가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품질 관리자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타이핑 중심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의도 전달 중심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