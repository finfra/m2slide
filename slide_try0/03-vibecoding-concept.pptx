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바이브 코딩(VibeCoding) 개념과 철학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자연어로 의도를 전달</a:t>
            </a:r>
            <a:r>
              <a:rPr/>
              <a:t>하면 AI가 </a:t>
            </a:r>
            <a:r>
              <a:rPr b="1"/>
              <a:t>실제 개발 환경에서 직접 코드를 작성하고 수정</a:t>
            </a:r>
            <a:r>
              <a:rPr/>
              <a:t>하는 새로운 개발 방식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“느낌(Vibe)만 전달하면 AI가 알아서 코딩한다”</a:t>
            </a:r>
          </a:p>
          <a:p>
            <a:pPr lvl="0" indent="0" marL="0">
              <a:buNone/>
            </a:pPr>
            <a:r>
              <a:rPr b="1"/>
              <a:t>Vibe</a:t>
            </a:r>
            <a:r>
              <a:rPr/>
              <a:t>: 개발자의 의도, 느낌, 요구사항 </a:t>
            </a:r>
            <a:r>
              <a:rPr b="1"/>
              <a:t>Coding</a:t>
            </a:r>
            <a:r>
              <a:rPr/>
              <a:t>: AI가 실제 코드로 구현</a:t>
            </a:r>
          </a:p>
          <a:p>
            <a:pPr lvl="0" indent="0" marL="0">
              <a:buNone/>
            </a:pPr>
            <a:r>
              <a:rPr/>
              <a:t>단순 코드 생성을 넘어 </a:t>
            </a:r>
            <a:r>
              <a:rPr b="1"/>
              <a:t>개발 환경 전체와 통합</a:t>
            </a:r>
            <a:r>
              <a:rPr/>
              <a:t>되어 파일을 직접 수정하고, 테스트를 실행하며, 오류를 수정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Intent-First Programming (의도 우선 프로그래밍)</a:t>
            </a:r>
          </a:p>
          <a:p>
            <a:pPr lvl="0" indent="0">
              <a:buNone/>
            </a:pPr>
            <a:r>
              <a:rPr>
                <a:latin typeface="Courier"/>
              </a:rPr>
              <a:t>전통적 개발: "어떻게(How)" 구현할지 고민
바이브 코딩: "무엇을(What)" 만들지만 설명</a:t>
            </a:r>
          </a:p>
          <a:p>
            <a:pPr lvl="0" indent="0" marL="0">
              <a:buNone/>
            </a:pPr>
            <a:r>
              <a:rPr b="1"/>
              <a:t>예시</a:t>
            </a:r>
          </a:p>
          <a:p>
            <a:pPr lvl="0" indent="0">
              <a:buNone/>
            </a:pPr>
            <a:r>
              <a:rPr>
                <a:latin typeface="Courier"/>
              </a:rPr>
              <a:t>❌ "useState를 사용해서 counter 변수를 만들고..."
✅ "카운터 기능이 있는 컴포넌트 만들어줘"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원칙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Human-in-the-Loop Verification (인간 검증 루프)</a:t>
            </a:r>
          </a:p>
          <a:p>
            <a:pPr lvl="0" indent="0">
              <a:buNone/>
            </a:pPr>
            <a:r>
              <a:rPr>
                <a:latin typeface="Courier"/>
              </a:rPr>
              <a:t>AI 코드 생성 → 개발자 검토 → 승인/수정 → 다음 단계</a:t>
            </a:r>
          </a:p>
          <a:p>
            <a:pPr lvl="0"/>
            <a:r>
              <a:rPr/>
              <a:t>AI가 빠르게 구현</a:t>
            </a:r>
          </a:p>
          <a:p>
            <a:pPr lvl="0"/>
            <a:r>
              <a:rPr/>
              <a:t>개발자가 품질 검증</a:t>
            </a:r>
          </a:p>
          <a:p>
            <a:pPr lvl="0"/>
            <a:r>
              <a:rPr/>
              <a:t>안전하고 신뢰할 수 있는 결과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원칙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Context-Aware Development (컨텍스트 인식 개발)</a:t>
            </a:r>
          </a:p>
          <a:p>
            <a:pPr lvl="0" indent="0" marL="0">
              <a:buNone/>
            </a:pPr>
            <a:r>
              <a:rPr/>
              <a:t>AI가 프로젝트 전체를 이해하고 작업: - 기존 코드 스타일 학습 - 파일 간 의존성 파악 - 프로젝트 규칙 준수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철학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“개발자는 창조자, AI는 실행자”</a:t>
            </a:r>
          </a:p>
          <a:p>
            <a:pPr lvl="0" indent="0" marL="0">
              <a:buNone/>
            </a:pPr>
            <a:r>
              <a:rPr b="1"/>
              <a:t>개발자의 역할</a:t>
            </a:r>
            <a:r>
              <a:rPr/>
              <a:t> - 문제 정의 - 요구사항 명세 - 아키텍처 설계 - 품질 검증</a:t>
            </a:r>
          </a:p>
          <a:p>
            <a:pPr lvl="0" indent="0" marL="0">
              <a:buNone/>
            </a:pPr>
            <a:r>
              <a:rPr b="1"/>
              <a:t>AI의 역할</a:t>
            </a:r>
            <a:r>
              <a:rPr/>
              <a:t> - 반복 작업 자동화 - 보일러플레이트 코드 생성 - 테스트 코드 작성 - 문서화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개발자: 의도 전달 (자연어)
   "사용자 인증 기능 추가해줘"
2. AI: 요구사항 파악 및 질문
   "JWT 토큰 방식으로 하시겠어요?"
3. 개발자: 세부 사항 확인
   "응, JWT로 하고 localStorage에 저장해"
4. AI: 코드 생성 및 파일 수정
   - auth.service.ts 생성
   - API 엔드포인트 추가
   - 컴포넌트 수정
5. 개발자: 검토 및 승인
   "좋아, 이제 로그인 페이지도 만들어줘"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왜 “바이브”인가?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직관성</a:t>
            </a:r>
            <a:r>
              <a:rPr/>
              <a:t> - 정확한 문법이 아닌 </a:t>
            </a:r>
            <a:r>
              <a:rPr b="1"/>
              <a:t>느낌</a:t>
            </a:r>
            <a:r>
              <a:rPr/>
              <a:t>만 전달 - “이런 느낌으로 만들어줘” 같은 추상적 요청도 가능</a:t>
            </a:r>
          </a:p>
          <a:p>
            <a:pPr lvl="0" indent="0" marL="0">
              <a:buNone/>
            </a:pPr>
            <a:r>
              <a:rPr b="1"/>
              <a:t>자연스러움</a:t>
            </a:r>
            <a:r>
              <a:rPr/>
              <a:t> - 마치 동료와 대화하듯 편안하게 요청 - 딱딱한 명령어가 아닌 자연어 사용</a:t>
            </a:r>
          </a:p>
          <a:p>
            <a:pPr lvl="0" indent="0" marL="0">
              <a:buNone/>
            </a:pPr>
            <a:r>
              <a:rPr b="1"/>
              <a:t>유연성</a:t>
            </a:r>
            <a:r>
              <a:rPr/>
              <a:t> - 완벽한 명세가 아니어도 작동 - AI가 불명확한 부분은 질문하며 보완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생산성 향상</a:t>
            </a:r>
            <a:r>
              <a:rPr/>
              <a:t> - 반복 작업 제거 - 빠른 프로토타이핑 - 신속한 이터레이션</a:t>
            </a:r>
          </a:p>
          <a:p>
            <a:pPr lvl="0" indent="0" marL="0">
              <a:buNone/>
            </a:pPr>
            <a:r>
              <a:rPr b="1"/>
              <a:t>창의성 증대</a:t>
            </a:r>
            <a:r>
              <a:rPr/>
              <a:t> - 구현 세부사항에서 해방 - 비즈니스 로직에 집중 - 더 많은 실험 가능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가치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진입 장벽 낮춤</a:t>
            </a:r>
            <a:r>
              <a:rPr/>
              <a:t> - 초보 개발자도 복잡한 기능 구현 가능 - 새로운 기술 스택 빠르게 학습 - 모범 사례 자동 적용</a:t>
            </a:r>
          </a:p>
          <a:p>
            <a:pPr lvl="0" indent="0" marL="0">
              <a:buNone/>
            </a:pPr>
            <a:r>
              <a:rPr b="1"/>
              <a:t>품질 향상</a:t>
            </a:r>
            <a:r>
              <a:rPr/>
              <a:t> - 일관된 코드 스타일 - 자동 테스트 생성 - 보안 모범 사례 적용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vs 전통 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개발 프로세스 비교</a:t>
            </a:r>
          </a:p>
          <a:p>
            <a:pPr lvl="0" indent="0" marL="0">
              <a:buNone/>
            </a:pPr>
            <a:r>
              <a:rPr b="1"/>
              <a:t>전통 코딩</a:t>
            </a:r>
          </a:p>
          <a:p>
            <a:pPr lvl="0" indent="0">
              <a:buNone/>
            </a:pPr>
            <a:r>
              <a:rPr>
                <a:latin typeface="Courier"/>
              </a:rPr>
              <a:t>요구사항 분석 (1시간)
기술 스택 조사 (2시간)
아키텍처 설계 (3시간)
코드 작성 (10시간)
테스트 작성 (4시간)
디버깅 (5시간)
문서화 (2시간)
───────────────
총 27시간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vs 전통 코딩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바이브 코딩</a:t>
            </a:r>
          </a:p>
          <a:p>
            <a:pPr lvl="0" indent="0">
              <a:buNone/>
            </a:pPr>
            <a:r>
              <a:rPr>
                <a:latin typeface="Courier"/>
              </a:rPr>
              <a:t>요구사항 분석 (1시간)
AI와 대화하며 구현 (3시간)
코드 검토 및 수정 (2시간)
테스트 검토 (1시간)
문서 검토 (30분)
───────────────
총 7.5시간</a:t>
            </a:r>
          </a:p>
          <a:p>
            <a:pPr lvl="0" indent="0" marL="0">
              <a:buNone/>
            </a:pPr>
            <a:r>
              <a:rPr b="1"/>
              <a:t>시간 절감</a:t>
            </a:r>
            <a:r>
              <a:rPr/>
              <a:t>: 약 </a:t>
            </a:r>
            <a:r>
              <a:rPr b="1"/>
              <a:t>70%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AI가 못하는 것</a:t>
            </a:r>
            <a:r>
              <a:rPr/>
              <a:t> - 비즈니스 요구사항 파악 - 최적의 아키텍처 선택 - 보안 취약점 완벽한 식별 - 복잡한 알고리즘 최적화</a:t>
            </a:r>
          </a:p>
          <a:p>
            <a:pPr lvl="0" indent="0" marL="0">
              <a:buNone/>
            </a:pPr>
            <a:r>
              <a:rPr b="1"/>
              <a:t>개발자가 해야 할 것</a:t>
            </a:r>
            <a:r>
              <a:rPr/>
              <a:t> - 요구사항 명확히 정의 - AI 생성 코드 검토 - 아키텍처 의사결정 - 최종 품질 책임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성공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명확한 의도 전달</a:t>
            </a:r>
          </a:p>
          <a:p>
            <a:pPr lvl="0" indent="0" marL="0">
              <a:buNone/>
            </a:pPr>
            <a:r>
              <a:rPr/>
              <a:t>❌ 나쁜 예: “뭔가 좋은 거 만들어줘”</a:t>
            </a:r>
          </a:p>
          <a:p>
            <a:pPr lvl="0" indent="0" marL="0">
              <a:buNone/>
            </a:pPr>
            <a:r>
              <a:rPr/>
              <a:t>✅ 좋은 예:</a:t>
            </a:r>
          </a:p>
          <a:p>
            <a:pPr lvl="0" indent="0">
              <a:buNone/>
            </a:pPr>
            <a:r>
              <a:rPr>
                <a:latin typeface="Courier"/>
              </a:rPr>
              <a:t>"사용자가 상품을 장바구니에 담고,
결제할 수 있는 기능을 만들어줘.
결제는 토스페이먼츠 API를 사용하고,
주문 내역은 데이터베이스에 저장해줘."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성공 조건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적절한 검증</a:t>
            </a:r>
            <a:r>
              <a:rPr/>
              <a:t> - 생성된 코드를 </a:t>
            </a:r>
            <a:r>
              <a:rPr b="1"/>
              <a:t>반드시 읽고 이해</a:t>
            </a:r>
            <a:r>
              <a:rPr/>
              <a:t> - 테스트 실행으로 </a:t>
            </a:r>
            <a:r>
              <a:rPr b="1"/>
              <a:t>동작 확인</a:t>
            </a:r>
            <a:r>
              <a:rPr/>
              <a:t> - 보안 취약점 </a:t>
            </a:r>
            <a:r>
              <a:rPr b="1"/>
              <a:t>수동 검토</a:t>
            </a:r>
          </a:p>
          <a:p>
            <a:pPr lvl="0" indent="0" marL="0">
              <a:buNone/>
            </a:pPr>
            <a:r>
              <a:rPr b="1"/>
              <a:t>점진적 개발</a:t>
            </a:r>
          </a:p>
          <a:p>
            <a:pPr lvl="0" indent="0">
              <a:buNone/>
            </a:pPr>
            <a:r>
              <a:rPr>
                <a:latin typeface="Courier"/>
              </a:rPr>
              <a:t>큰 기능을 한 번에 요청 (X)
작은 단위로 나누어 요청 (O)
각 단계마다 검증
다음 단계 진행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성공 조건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 활용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자주 커밋하여 롤백 가능성 확보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"AI: 사용자 인증 기능 추가"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 가져온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개발 문화의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- 코드 라인 수가 생산성 지표 - 타이핑 속도가 중요 - “어떻게” 구현할지 고민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- 구현한 기능이 생산성 지표 - 문제 정의 능력이 중요 - “무엇을” 만들지 고민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 가져온 변화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학습 방식의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- 문서 읽기 → 예제 따라하기 → 숙달 - 수개월의 학습 곡선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- AI에게 질문 → 즉시 구현 → 코드 이해 - 수일의 학습 곡선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 가져온 변화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팀 협업의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- 시니어 개발자의 코드 리뷰 대기 - 구현 방법에 대한 긴 논의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- AI가 1차 구현 → 시니어가 설계 검토 - 비즈니스 로직에 집중한 논의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