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2.3 현재: CLI 기반 시대 (2024-현재)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CLI 기반 코딩 시대 (2024-현재)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터미널에서 실행되는 AI 도구</a:t>
            </a:r>
            <a:r>
              <a:rPr/>
              <a:t> - 에이전트처럼 자율적으로 복잡한 작업 수행</a:t>
            </a:r>
          </a:p>
          <a:p>
            <a:pPr lvl="0" indent="0" marL="0">
              <a:buNone/>
            </a:pPr>
            <a:r>
              <a:rPr b="1"/>
              <a:t>대표 툴</a:t>
            </a:r>
          </a:p>
          <a:p>
            <a:pPr lvl="0" indent="0" marL="0">
              <a:buNone/>
            </a:pPr>
            <a:r>
              <a:rPr b="1"/>
              <a:t>Claude Code</a:t>
            </a:r>
            <a:r>
              <a:rPr/>
              <a:t> - Anthropic 공식 CLI 도구 - 프로젝트 전체 컨텍스트 이해 - 파일 생성, 수정, 삭제 자동화 - 명령어 실행 및 결과 확인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대표 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Gemini CLI</a:t>
            </a:r>
            <a:r>
              <a:rPr/>
              <a:t> - Google Gemini 기반 - 빠른 응답 속도 - 클라우드 기반 실행</a:t>
            </a:r>
          </a:p>
          <a:p>
            <a:pPr lvl="0" indent="0" marL="0">
              <a:buNone/>
            </a:pPr>
            <a:r>
              <a:rPr b="1"/>
              <a:t>Aider</a:t>
            </a:r>
            <a:r>
              <a:rPr/>
              <a:t> - Git 친화적 AI 코딩 도구 - 터미널 기반 페어 프로그래밍 - 자동 커밋 메시지 생성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핵심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CLI 기반 실행 환경</a:t>
            </a:r>
            <a:r>
              <a:rPr/>
              <a:t> - 터미널에서 직접 실행되는 독립 프로그램 - IDE 없이도 완전한 개발 작업 수행 - 서버 환경에서도 동작 (SSH 접속 환경) - 로컬 리소스 거의 사용 안 함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핵심 특징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에이전트형 자율 작업</a:t>
            </a:r>
            <a:r>
              <a:rPr/>
              <a:t> - 개발자의 의도를 파악하여 다단계 작업 수행 - 필요한 파일을 스스로 찾아 수정 - 오류 발생 시 자동으로 수정 시도</a:t>
            </a:r>
          </a:p>
          <a:p>
            <a:pPr lvl="0" indent="0" marL="0">
              <a:buNone/>
            </a:pPr>
            <a:r>
              <a:rPr b="1"/>
              <a:t>멀티파일 작업</a:t>
            </a:r>
            <a:r>
              <a:rPr/>
              <a:t> - 프로젝트 전체를 대상으로 작업 - 파일 간 의존성 자동 해결 - 일관성 있는 코드 스타일 유지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도구 사용 능력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 Use (Function Calling)</a:t>
            </a:r>
            <a:r>
              <a:rPr/>
              <a:t> - 터미널 명령어 직접 실행 - 파일 시스템 직접 조작 - Git 명령어 자동 실행 - 패키지 설치 및 관리</a:t>
            </a:r>
          </a:p>
          <a:p>
            <a:pPr lvl="0" indent="0" marL="0">
              <a:buNone/>
            </a:pPr>
            <a:r>
              <a:rPr b="1"/>
              <a:t>대화형 협업</a:t>
            </a:r>
            <a:r>
              <a:rPr/>
              <a:t> - 자연어로 복잡한 요구사항 전달 - AI가 불명확한 부분 질문 - 반복적인 피드백 루프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2세대: 혁신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Intent-First Programming</a:t>
            </a:r>
          </a:p>
          <a:p>
            <a:pPr lvl="0" indent="0">
              <a:buNone/>
            </a:pPr>
            <a:r>
              <a:rPr>
                <a:latin typeface="Courier"/>
              </a:rPr>
              <a:t>개발자: "무엇을(What)" 만들지만 설명
AI: "어떻게(How)" 구현할지 결정
→ 구현 세부사항은 AI에게 위임</a:t>
            </a:r>
          </a:p>
          <a:p>
            <a:pPr lvl="0" indent="0" marL="0">
              <a:buNone/>
            </a:pPr>
            <a:r>
              <a:rPr b="1"/>
              <a:t>Human-in-the-Loop Verification</a:t>
            </a:r>
          </a:p>
          <a:p>
            <a:pPr lvl="0" indent="0">
              <a:buNone/>
            </a:pPr>
            <a:r>
              <a:rPr>
                <a:latin typeface="Courier"/>
              </a:rPr>
              <a:t>AI 코드 생성 → 개발자 검토 → 승인/수정 → 다음 단계</a:t>
            </a:r>
          </a:p>
          <a:p>
            <a:pPr lvl="0" indent="0" marL="0">
              <a:buNone/>
            </a:pPr>
            <a:r>
              <a:rPr b="1"/>
              <a:t>End-to-End Automation</a:t>
            </a:r>
            <a:r>
              <a:rPr/>
              <a:t> - 요구사항 분석부터 배포까지 자동화 - 테스트 코드 자동 생성 - 문서화 자동 작성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