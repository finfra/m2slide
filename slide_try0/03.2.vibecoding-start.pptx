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5" Type="http://schemas.openxmlformats.org/officeDocument/2006/relationships/viewProps" Target="viewProps.xml" /><Relationship Id="rId4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7" Type="http://schemas.openxmlformats.org/officeDocument/2006/relationships/tableStyles" Target="tableStyles.xml" /><Relationship Id="rId6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3.2 바이브 코딩의 시작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구체적 사례: React 컴포넌트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 b="1"/>
              <a:t>바이브 코딩 방식</a:t>
            </a:r>
          </a:p>
          <a:p>
            <a:pPr lvl="0" indent="0">
              <a:buNone/>
            </a:pPr>
            <a:r>
              <a:rPr>
                <a:latin typeface="Courier"/>
              </a:rPr>
              <a:t>1. "로그인 폼 컴포넌트 만들어줘. 기존 스타일 따라서."
2. AI: LoginForm.tsx 파일 생성
3. AI: 필요한 import 자동 추가
4. AI: 프로젝트의 styled-components 패턴 적용
5. 완료</a:t>
            </a:r>
          </a:p>
          <a:p>
            <a:pPr lvl="0" indent="0" marL="0">
              <a:buNone/>
            </a:pPr>
            <a:r>
              <a:rPr b="1"/>
              <a:t>소요 시간</a:t>
            </a:r>
            <a:r>
              <a:rPr/>
              <a:t>: 약 2-3분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2025-11-16T04:49:49Z</dcterms:created>
  <dcterms:modified xsi:type="dcterms:W3CDTF">2025-11-16T04:49:49Z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