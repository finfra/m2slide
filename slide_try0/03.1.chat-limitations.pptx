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3.1 채팅 기반의 한계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채팅 기반의 한계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전통적인 ChatGPT 방식의 워크플로우</a:t>
            </a:r>
          </a:p>
          <a:p>
            <a:pPr lvl="0" indent="0">
              <a:buNone/>
            </a:pPr>
            <a:r>
              <a:rPr>
                <a:latin typeface="Courier"/>
              </a:rPr>
              <a:t>1. ChatGPT에 질문
   ↓
2. 코드 복사
   ↓
3. IDE에 붙여넣기
   ↓
4. 오류 발생
   ↓
5. 다시 ChatGPT에 질문
   ↓
6. 반복...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채팅 기반의 주요 한계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컨텍스트 단절</a:t>
            </a:r>
            <a:r>
              <a:rPr/>
              <a:t> - 프로젝트 구조를 AI가 모름 - 파일 간 의존성 무시 - 기존 코드 스타일 불일치</a:t>
            </a:r>
          </a:p>
          <a:p>
            <a:pPr lvl="0" indent="0" marL="0">
              <a:buNone/>
            </a:pPr>
            <a:r>
              <a:rPr b="1"/>
              <a:t>복사-붙여넣기 지옥</a:t>
            </a:r>
            <a:r>
              <a:rPr/>
              <a:t> - 코드 복사 → IDE 전환 → 붙여넣기 → 들여쓰기 수정 - import 문 추가 → 오류 확인 → 다시 ChatGPT로…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구체적 사례: React 컴포넌트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ChatGPT 방식</a:t>
            </a:r>
          </a:p>
          <a:p>
            <a:pPr lvl="0" indent="0">
              <a:buNone/>
            </a:pPr>
            <a:r>
              <a:rPr>
                <a:latin typeface="Courier"/>
              </a:rPr>
              <a:t>1. "로그인 폼 컴포넌트 만들어줘"
2. 코드 복사
3. LoginForm.tsx 파일 생성
4. 붙여넣기
5. 오류: useState가 import 안됨
6. import 추가
7. 오류: 기존 스타일 컴포넌트와 충돌
8. 다시 ChatGPT: "styled-components 사용하도록 수정해줘"
9. 반복...</a:t>
            </a:r>
          </a:p>
          <a:p>
            <a:pPr lvl="0" indent="0" marL="0">
              <a:buNone/>
            </a:pPr>
            <a:r>
              <a:rPr b="1"/>
              <a:t>소요 시간</a:t>
            </a:r>
            <a:r>
              <a:rPr/>
              <a:t>: 약 15-20분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생산성 차이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작업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ChatGPT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바이브 코딩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차이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컴포넌트 생성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버그 수정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리팩토링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3.7배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테스트 작성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3.5배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2025-11-16T04:49:49Z</dcterms:created>
  <dcterms:modified xsi:type="dcterms:W3CDTF">2025-11-16T04:49:49Z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