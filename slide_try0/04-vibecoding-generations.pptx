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바이브 코딩 세대 구분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 구분의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도구는 </a:t>
            </a:r>
            <a:r>
              <a:rPr b="1"/>
              <a:t>실행 환경</a:t>
            </a:r>
            <a:r>
              <a:rPr/>
              <a:t>과 </a:t>
            </a:r>
            <a:r>
              <a:rPr b="1"/>
              <a:t>작업 방식</a:t>
            </a:r>
            <a:r>
              <a:rPr/>
              <a:t>에 따라 크게 두 세대로 구분</a:t>
            </a:r>
          </a:p>
          <a:p>
            <a:pPr lvl="0" indent="0">
              <a:buNone/>
            </a:pPr>
            <a:r>
              <a:rPr>
                <a:latin typeface="Courier"/>
              </a:rPr>
              <a:t>1세대: IDE 기반          2세대: CLI 기반
(GUI 중심)               (터미널 중심)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핵심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내부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메모리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 (&lt;1GB)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병렬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무제한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위치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서버/클라우드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핵심 차이 (계속)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 지원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지원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난이도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쉬움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진입 장벽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하이브리드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프론트엔드 개발</a:t>
            </a:r>
            <a:r>
              <a:rPr/>
              <a:t> - 1세대 (Cursor): UI 컴포넌트 작성 및 스타일링 - 2세대 (Claude Code): 빌드 설정 및 배포 자동화</a:t>
            </a:r>
          </a:p>
          <a:p>
            <a:pPr lvl="0" indent="0" marL="0">
              <a:buNone/>
            </a:pPr>
            <a:r>
              <a:rPr b="1"/>
              <a:t>풀스택 개발</a:t>
            </a:r>
            <a:r>
              <a:rPr/>
              <a:t> - 1세대 (Cline): 프론트엔드와 API 개발 - 2세대 (Gemini CLI): 인프라 구성 및 CI/CD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하이브리드 활용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DevOps/인프라</a:t>
            </a:r>
            <a:r>
              <a:rPr/>
              <a:t> - 2세대 주력: Terraform, Ansible 코드 생성 - 1세대 보조: 스크립트 디버깅 시 시각적 확인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협업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주니어 개발자</a:t>
            </a:r>
            <a:r>
              <a:rPr/>
              <a:t> - 1세대로 시작하여 기본 익히기 - 점진적으로 2세대 도입</a:t>
            </a:r>
          </a:p>
          <a:p>
            <a:pPr lvl="0" indent="0" marL="0">
              <a:buNone/>
            </a:pPr>
            <a:r>
              <a:rPr b="1"/>
              <a:t>시니어 개발자</a:t>
            </a:r>
            <a:r>
              <a:rPr/>
              <a:t> - 2세대로 생산성 극대화 - 주니어 지도 시 1세대 활용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1세대를 선택해야 할 때</a:t>
            </a:r>
            <a:r>
              <a:rPr/>
              <a:t> - 처음 바이브 코딩 시작하는 경우 - GUI 환경이 익숙한 경우 - 프론트엔드 개발 중심 - 시각적 피드백이 중요한 작업 - 로컬 환경에서만 작업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2세대를 선택해야 할 때</a:t>
            </a:r>
            <a:r>
              <a:rPr/>
              <a:t> - 터미널 작업이 익숙한 경우 - 여러 프로젝트 동시 관리 - DevOps/인프라 자동화 - 원격 서버 작업 - 스크립트 자동화 필요 - 로컬 리소스 절약 필요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두 가지 모두 사용</a:t>
            </a:r>
            <a:r>
              <a:rPr/>
              <a:t> - 풀스택 개발자 - 대규모 프로젝트 - 팀 협업 환경 - 다양한 워크플로우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